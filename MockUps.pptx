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8" r:id="rId3"/>
    <p:sldId id="257" r:id="rId4"/>
    <p:sldId id="259" r:id="rId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>
      <p:cViewPr varScale="1">
        <p:scale>
          <a:sx n="104" d="100"/>
          <a:sy n="104" d="100"/>
        </p:scale>
        <p:origin x="23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C78000-2B9F-A14E-883B-E6DBAFF68AE5}" type="datetimeFigureOut">
              <a:rPr lang="de-DE" smtClean="0"/>
              <a:t>22.04.25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D2F082-763F-EC4B-8F3D-73E7A0C4C3C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449236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D2F082-763F-EC4B-8F3D-73E7A0C4C3CF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441995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008564-B6B1-60F5-15B7-2E397F3670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2D0EDC6-7F87-D076-6988-E99E21281C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0DB3C39-5FBE-AE03-0852-6DFD8665D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CDD90-44B3-B743-BA18-290BCC2716BB}" type="datetimeFigureOut">
              <a:rPr lang="de-DE" smtClean="0"/>
              <a:t>22.04.25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9C7F620-B5DB-C19A-ED80-BD377535D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44D5F09-7502-1211-A383-5BB8770A7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1A021-ECBB-524A-BF85-2A2BB5CB13B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7678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20D663-06E6-6445-A575-4DDBAD01C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2C4C4C1-7DA4-8DEE-3EA6-1062B1F5BC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F2DF914-3EDF-5C25-E1CE-A4BB1DB11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CDD90-44B3-B743-BA18-290BCC2716BB}" type="datetimeFigureOut">
              <a:rPr lang="de-DE" smtClean="0"/>
              <a:t>22.04.25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F0245AA-4F54-2C0D-6B6E-7AC11B566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89221AF-5D08-133D-9653-D45A4F13C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1A021-ECBB-524A-BF85-2A2BB5CB13B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701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9B6147-BCD7-A38A-551D-8F62BCF69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580E8FC-41ED-7911-1110-1F548AC043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8C76454-1F4D-C0D4-8F65-99741CAF6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CDD90-44B3-B743-BA18-290BCC2716BB}" type="datetimeFigureOut">
              <a:rPr lang="de-DE" smtClean="0"/>
              <a:t>22.04.25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8353416-48C3-A95A-B5F5-9585E5B32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E3512CB-CB5A-AE55-7496-5D626E98F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1A021-ECBB-524A-BF85-2A2BB5CB13B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86285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29D295-7B1F-1DCC-3B44-44020044F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7091A5C-75B6-4084-766C-5886467915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AB4A947-A2FE-695F-6D22-851BC0271F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4670D37-9221-49B7-7389-CA7D572A4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CDD90-44B3-B743-BA18-290BCC2716BB}" type="datetimeFigureOut">
              <a:rPr lang="de-DE" smtClean="0"/>
              <a:t>22.04.25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EBAF167-20A6-1C36-3ED6-A054FE3F1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BE532DD-4287-430D-A387-F7F2FDA1A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1A021-ECBB-524A-BF85-2A2BB5CB13B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557579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B150A7-EA5E-23A9-6274-9679903A5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38575FF-C6D4-A526-CA7F-444DB9DBFF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6FF55A6-7985-E400-FAC6-05BF69BA0F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4CEC577-1390-9109-4668-6A896C5624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ABAEB69-BED2-962D-10C8-04F09E3BC2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7F5E4BA-DC61-B4EC-FE64-B8A27C281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CDD90-44B3-B743-BA18-290BCC2716BB}" type="datetimeFigureOut">
              <a:rPr lang="de-DE" smtClean="0"/>
              <a:t>22.04.25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A03E531E-D4AD-184C-E842-E95A8EABA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BAA51A8-7E38-0ED0-4422-6D09F2B47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1A021-ECBB-524A-BF85-2A2BB5CB13B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212110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9F5BC3-4D22-BA77-D315-1E1252C71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C20060F-A461-375C-245E-2954EC563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CDD90-44B3-B743-BA18-290BCC2716BB}" type="datetimeFigureOut">
              <a:rPr lang="de-DE" smtClean="0"/>
              <a:t>22.04.25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88B5DFE-EF6C-84E4-DD9F-87DF6908C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5CA42C2-A9F8-22B7-97EC-1F9F54849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1A021-ECBB-524A-BF85-2A2BB5CB13B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97425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F98C6D9-1E61-6E93-D1AE-F9A45A15C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CDD90-44B3-B743-BA18-290BCC2716BB}" type="datetimeFigureOut">
              <a:rPr lang="de-DE" smtClean="0"/>
              <a:t>22.04.25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7CD54C5-4C3D-D5EE-60BA-2E582F1DB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F014C0D-CB75-C532-2510-72BFFCC4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1A021-ECBB-524A-BF85-2A2BB5CB13B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372856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3B8902-D328-73E6-25E8-15DF856CB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7013D58-A085-E4EF-3932-55888A4598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78A45B2-9F37-80BD-A6B3-50FB68AA65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9B5B273-B868-65B8-5D25-F85A56ECC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CDD90-44B3-B743-BA18-290BCC2716BB}" type="datetimeFigureOut">
              <a:rPr lang="de-DE" smtClean="0"/>
              <a:t>22.04.25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FCC8D94-2015-2A1A-FFE0-86BC87132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26CBF39-C1EB-F1B9-B7B7-CCE668D7A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1A021-ECBB-524A-BF85-2A2BB5CB13B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36811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2E60B3-D434-C159-3973-DC894C01C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A029099-B9CD-F354-C743-33E981B716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FBEC2FA-5BCF-00C1-B57B-8FC20C3F5D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FF1BF11-EA7D-72E4-FAB2-171B57B49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CDD90-44B3-B743-BA18-290BCC2716BB}" type="datetimeFigureOut">
              <a:rPr lang="de-DE" smtClean="0"/>
              <a:t>22.04.25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7C0677C-ACAB-A0E4-A14E-C71731FB6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F3A6562-858C-4226-6158-2ED76685C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1A021-ECBB-524A-BF85-2A2BB5CB13B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44371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FBF658-51A2-4278-EEA8-72A17288C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8C2A816-A4FF-2CF0-F92C-A0D000CD71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1B2AAF5-3689-7F30-FF2F-529399804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CDD90-44B3-B743-BA18-290BCC2716BB}" type="datetimeFigureOut">
              <a:rPr lang="de-DE" smtClean="0"/>
              <a:t>22.04.25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1417552-B60F-9014-2FD6-E5DF47272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E146AD6-F7BC-1982-5BDA-7DE03D2EC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1A021-ECBB-524A-BF85-2A2BB5CB13B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7722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51A61324-86F8-1ED2-30CE-B4BDAA5285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95057D5-A24C-B456-2426-127E36B500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37740EE-FB8B-1218-C212-623DDE3F6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CDD90-44B3-B743-BA18-290BCC2716BB}" type="datetimeFigureOut">
              <a:rPr lang="de-DE" smtClean="0"/>
              <a:t>22.04.25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48AF5D2-940A-FB69-3B9C-F8A785376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10E8BB5-7A74-0EFF-4806-03C562B1A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1A021-ECBB-524A-BF85-2A2BB5CB13B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683291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2CBF91D-4F27-378C-2288-62B324D82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F380695-7B9D-325B-B0DC-2DAB458775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1F9454A-035F-87BD-AE00-C2DD2E37A4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8CDD90-44B3-B743-BA18-290BCC2716BB}" type="datetimeFigureOut">
              <a:rPr lang="de-DE" smtClean="0"/>
              <a:t>22.04.25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2969356-B13C-9EFB-F734-F658DF6E38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7C7DF76-BAE5-B73C-920C-6ED6EF3AD4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31A021-ECBB-524A-BF85-2A2BB5CB13B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193108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8343439A-822A-E67C-B15E-BDB5085A65AC}"/>
              </a:ext>
            </a:extLst>
          </p:cNvPr>
          <p:cNvSpPr/>
          <p:nvPr/>
        </p:nvSpPr>
        <p:spPr>
          <a:xfrm>
            <a:off x="270427" y="3087628"/>
            <a:ext cx="3005958" cy="293238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Joys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69D9142-B60A-3A59-87CC-610563FACD20}"/>
              </a:ext>
            </a:extLst>
          </p:cNvPr>
          <p:cNvSpPr/>
          <p:nvPr/>
        </p:nvSpPr>
        <p:spPr>
          <a:xfrm>
            <a:off x="8995149" y="3014553"/>
            <a:ext cx="3005958" cy="293238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C873A17-D5E2-49B9-91F2-CECC23F17877}"/>
              </a:ext>
            </a:extLst>
          </p:cNvPr>
          <p:cNvSpPr/>
          <p:nvPr/>
        </p:nvSpPr>
        <p:spPr>
          <a:xfrm>
            <a:off x="1295186" y="4059836"/>
            <a:ext cx="924909" cy="9144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Joystick L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94D4A39-C166-E3E2-A8B6-F46A95E498D3}"/>
              </a:ext>
            </a:extLst>
          </p:cNvPr>
          <p:cNvSpPr/>
          <p:nvPr/>
        </p:nvSpPr>
        <p:spPr>
          <a:xfrm>
            <a:off x="10052008" y="4023546"/>
            <a:ext cx="924909" cy="9144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Joystick R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7B7C7C07-A893-9B8A-0451-D7334EBE98D4}"/>
              </a:ext>
            </a:extLst>
          </p:cNvPr>
          <p:cNvSpPr/>
          <p:nvPr/>
        </p:nvSpPr>
        <p:spPr>
          <a:xfrm>
            <a:off x="3559383" y="2500256"/>
            <a:ext cx="5152768" cy="41395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Stream</a:t>
            </a:r>
          </a:p>
        </p:txBody>
      </p:sp>
      <p:cxnSp>
        <p:nvCxnSpPr>
          <p:cNvPr id="10" name="Gerade Verbindung 9">
            <a:extLst>
              <a:ext uri="{FF2B5EF4-FFF2-40B4-BE49-F238E27FC236}">
                <a16:creationId xmlns:a16="http://schemas.microsoft.com/office/drawing/2014/main" id="{1E2B92B2-92B4-24C4-9657-0FB2EEB7C2BE}"/>
              </a:ext>
            </a:extLst>
          </p:cNvPr>
          <p:cNvCxnSpPr/>
          <p:nvPr/>
        </p:nvCxnSpPr>
        <p:spPr>
          <a:xfrm>
            <a:off x="874631" y="1118712"/>
            <a:ext cx="4127157" cy="0"/>
          </a:xfrm>
          <a:prstGeom prst="line">
            <a:avLst/>
          </a:prstGeom>
          <a:ln w="412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Abgerundetes Rechteck 11">
            <a:extLst>
              <a:ext uri="{FF2B5EF4-FFF2-40B4-BE49-F238E27FC236}">
                <a16:creationId xmlns:a16="http://schemas.microsoft.com/office/drawing/2014/main" id="{993A64F7-44C9-41C5-9E9A-D49135A077E0}"/>
              </a:ext>
            </a:extLst>
          </p:cNvPr>
          <p:cNvSpPr/>
          <p:nvPr/>
        </p:nvSpPr>
        <p:spPr>
          <a:xfrm>
            <a:off x="2140560" y="970430"/>
            <a:ext cx="575228" cy="333633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R1</a:t>
            </a:r>
          </a:p>
        </p:txBody>
      </p:sp>
      <p:cxnSp>
        <p:nvCxnSpPr>
          <p:cNvPr id="13" name="Gerade Verbindung 12">
            <a:extLst>
              <a:ext uri="{FF2B5EF4-FFF2-40B4-BE49-F238E27FC236}">
                <a16:creationId xmlns:a16="http://schemas.microsoft.com/office/drawing/2014/main" id="{CA2458C5-A109-0905-AC68-DDFC9AA82F4F}"/>
              </a:ext>
            </a:extLst>
          </p:cNvPr>
          <p:cNvCxnSpPr/>
          <p:nvPr/>
        </p:nvCxnSpPr>
        <p:spPr>
          <a:xfrm>
            <a:off x="874631" y="1872475"/>
            <a:ext cx="4127157" cy="0"/>
          </a:xfrm>
          <a:prstGeom prst="line">
            <a:avLst/>
          </a:prstGeom>
          <a:ln w="412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Abgerundetes Rechteck 13">
            <a:extLst>
              <a:ext uri="{FF2B5EF4-FFF2-40B4-BE49-F238E27FC236}">
                <a16:creationId xmlns:a16="http://schemas.microsoft.com/office/drawing/2014/main" id="{63622AF8-7E9D-5A19-9895-60CF5907FB43}"/>
              </a:ext>
            </a:extLst>
          </p:cNvPr>
          <p:cNvSpPr/>
          <p:nvPr/>
        </p:nvSpPr>
        <p:spPr>
          <a:xfrm>
            <a:off x="2140560" y="1724193"/>
            <a:ext cx="575228" cy="333633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R2</a:t>
            </a:r>
          </a:p>
        </p:txBody>
      </p:sp>
      <p:cxnSp>
        <p:nvCxnSpPr>
          <p:cNvPr id="15" name="Gerade Verbindung 14">
            <a:extLst>
              <a:ext uri="{FF2B5EF4-FFF2-40B4-BE49-F238E27FC236}">
                <a16:creationId xmlns:a16="http://schemas.microsoft.com/office/drawing/2014/main" id="{2EEE2B84-8D2E-9575-ACF9-1B5F277B0384}"/>
              </a:ext>
            </a:extLst>
          </p:cNvPr>
          <p:cNvCxnSpPr/>
          <p:nvPr/>
        </p:nvCxnSpPr>
        <p:spPr>
          <a:xfrm>
            <a:off x="7366686" y="970430"/>
            <a:ext cx="4127157" cy="0"/>
          </a:xfrm>
          <a:prstGeom prst="line">
            <a:avLst/>
          </a:prstGeom>
          <a:ln w="412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Abgerundetes Rechteck 15">
            <a:extLst>
              <a:ext uri="{FF2B5EF4-FFF2-40B4-BE49-F238E27FC236}">
                <a16:creationId xmlns:a16="http://schemas.microsoft.com/office/drawing/2014/main" id="{CC22D8C9-F201-C34D-E40A-406AE346345B}"/>
              </a:ext>
            </a:extLst>
          </p:cNvPr>
          <p:cNvSpPr/>
          <p:nvPr/>
        </p:nvSpPr>
        <p:spPr>
          <a:xfrm>
            <a:off x="8672383" y="785079"/>
            <a:ext cx="575228" cy="333633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R3</a:t>
            </a:r>
          </a:p>
        </p:txBody>
      </p:sp>
      <p:cxnSp>
        <p:nvCxnSpPr>
          <p:cNvPr id="17" name="Gerade Verbindung 16">
            <a:extLst>
              <a:ext uri="{FF2B5EF4-FFF2-40B4-BE49-F238E27FC236}">
                <a16:creationId xmlns:a16="http://schemas.microsoft.com/office/drawing/2014/main" id="{ABD15742-B05A-7ACA-59F1-AF7F1C45762F}"/>
              </a:ext>
            </a:extLst>
          </p:cNvPr>
          <p:cNvCxnSpPr/>
          <p:nvPr/>
        </p:nvCxnSpPr>
        <p:spPr>
          <a:xfrm>
            <a:off x="7406454" y="1872475"/>
            <a:ext cx="4127157" cy="0"/>
          </a:xfrm>
          <a:prstGeom prst="line">
            <a:avLst/>
          </a:prstGeom>
          <a:ln w="412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Abgerundetes Rechteck 17">
            <a:extLst>
              <a:ext uri="{FF2B5EF4-FFF2-40B4-BE49-F238E27FC236}">
                <a16:creationId xmlns:a16="http://schemas.microsoft.com/office/drawing/2014/main" id="{7D9FDC5B-0E97-8D8F-BA68-F402750C5467}"/>
              </a:ext>
            </a:extLst>
          </p:cNvPr>
          <p:cNvSpPr/>
          <p:nvPr/>
        </p:nvSpPr>
        <p:spPr>
          <a:xfrm>
            <a:off x="8672383" y="1724193"/>
            <a:ext cx="575228" cy="333633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R4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4661EE9C-7C4A-FDEF-4F90-6589CA3BDCC5}"/>
              </a:ext>
            </a:extLst>
          </p:cNvPr>
          <p:cNvSpPr txBox="1"/>
          <p:nvPr/>
        </p:nvSpPr>
        <p:spPr>
          <a:xfrm>
            <a:off x="5232911" y="33564"/>
            <a:ext cx="17261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u="sng" dirty="0"/>
              <a:t>⚙ Einstellungen</a:t>
            </a:r>
          </a:p>
        </p:txBody>
      </p:sp>
    </p:spTree>
    <p:extLst>
      <p:ext uri="{BB962C8B-B14F-4D97-AF65-F5344CB8AC3E}">
        <p14:creationId xmlns:p14="http://schemas.microsoft.com/office/powerpoint/2010/main" val="17095043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8343439A-822A-E67C-B15E-BDB5085A65AC}"/>
              </a:ext>
            </a:extLst>
          </p:cNvPr>
          <p:cNvSpPr/>
          <p:nvPr/>
        </p:nvSpPr>
        <p:spPr>
          <a:xfrm>
            <a:off x="270427" y="3087628"/>
            <a:ext cx="3005958" cy="293238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Joys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69D9142-B60A-3A59-87CC-610563FACD20}"/>
              </a:ext>
            </a:extLst>
          </p:cNvPr>
          <p:cNvSpPr/>
          <p:nvPr/>
        </p:nvSpPr>
        <p:spPr>
          <a:xfrm>
            <a:off x="8995149" y="3014553"/>
            <a:ext cx="3005958" cy="293238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C873A17-D5E2-49B9-91F2-CECC23F17877}"/>
              </a:ext>
            </a:extLst>
          </p:cNvPr>
          <p:cNvSpPr/>
          <p:nvPr/>
        </p:nvSpPr>
        <p:spPr>
          <a:xfrm>
            <a:off x="1295186" y="4059836"/>
            <a:ext cx="924909" cy="9144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Joystick L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94D4A39-C166-E3E2-A8B6-F46A95E498D3}"/>
              </a:ext>
            </a:extLst>
          </p:cNvPr>
          <p:cNvSpPr/>
          <p:nvPr/>
        </p:nvSpPr>
        <p:spPr>
          <a:xfrm>
            <a:off x="10052008" y="4023546"/>
            <a:ext cx="924909" cy="9144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Joystick R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7B7C7C07-A893-9B8A-0451-D7334EBE98D4}"/>
              </a:ext>
            </a:extLst>
          </p:cNvPr>
          <p:cNvSpPr/>
          <p:nvPr/>
        </p:nvSpPr>
        <p:spPr>
          <a:xfrm>
            <a:off x="3559383" y="2500256"/>
            <a:ext cx="5152768" cy="41395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Stream</a:t>
            </a:r>
          </a:p>
        </p:txBody>
      </p:sp>
      <p:cxnSp>
        <p:nvCxnSpPr>
          <p:cNvPr id="10" name="Gerade Verbindung 9">
            <a:extLst>
              <a:ext uri="{FF2B5EF4-FFF2-40B4-BE49-F238E27FC236}">
                <a16:creationId xmlns:a16="http://schemas.microsoft.com/office/drawing/2014/main" id="{1E2B92B2-92B4-24C4-9657-0FB2EEB7C2BE}"/>
              </a:ext>
            </a:extLst>
          </p:cNvPr>
          <p:cNvCxnSpPr/>
          <p:nvPr/>
        </p:nvCxnSpPr>
        <p:spPr>
          <a:xfrm>
            <a:off x="874631" y="1118712"/>
            <a:ext cx="4127157" cy="0"/>
          </a:xfrm>
          <a:prstGeom prst="line">
            <a:avLst/>
          </a:prstGeom>
          <a:ln w="412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Abgerundetes Rechteck 11">
            <a:extLst>
              <a:ext uri="{FF2B5EF4-FFF2-40B4-BE49-F238E27FC236}">
                <a16:creationId xmlns:a16="http://schemas.microsoft.com/office/drawing/2014/main" id="{993A64F7-44C9-41C5-9E9A-D49135A077E0}"/>
              </a:ext>
            </a:extLst>
          </p:cNvPr>
          <p:cNvSpPr/>
          <p:nvPr/>
        </p:nvSpPr>
        <p:spPr>
          <a:xfrm>
            <a:off x="2140560" y="970430"/>
            <a:ext cx="575228" cy="333633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R1</a:t>
            </a:r>
          </a:p>
        </p:txBody>
      </p:sp>
      <p:cxnSp>
        <p:nvCxnSpPr>
          <p:cNvPr id="13" name="Gerade Verbindung 12">
            <a:extLst>
              <a:ext uri="{FF2B5EF4-FFF2-40B4-BE49-F238E27FC236}">
                <a16:creationId xmlns:a16="http://schemas.microsoft.com/office/drawing/2014/main" id="{CA2458C5-A109-0905-AC68-DDFC9AA82F4F}"/>
              </a:ext>
            </a:extLst>
          </p:cNvPr>
          <p:cNvCxnSpPr/>
          <p:nvPr/>
        </p:nvCxnSpPr>
        <p:spPr>
          <a:xfrm>
            <a:off x="874631" y="1872475"/>
            <a:ext cx="4127157" cy="0"/>
          </a:xfrm>
          <a:prstGeom prst="line">
            <a:avLst/>
          </a:prstGeom>
          <a:ln w="412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Abgerundetes Rechteck 13">
            <a:extLst>
              <a:ext uri="{FF2B5EF4-FFF2-40B4-BE49-F238E27FC236}">
                <a16:creationId xmlns:a16="http://schemas.microsoft.com/office/drawing/2014/main" id="{63622AF8-7E9D-5A19-9895-60CF5907FB43}"/>
              </a:ext>
            </a:extLst>
          </p:cNvPr>
          <p:cNvSpPr/>
          <p:nvPr/>
        </p:nvSpPr>
        <p:spPr>
          <a:xfrm>
            <a:off x="2140560" y="1724193"/>
            <a:ext cx="575228" cy="333633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R2</a:t>
            </a:r>
          </a:p>
        </p:txBody>
      </p:sp>
      <p:cxnSp>
        <p:nvCxnSpPr>
          <p:cNvPr id="15" name="Gerade Verbindung 14">
            <a:extLst>
              <a:ext uri="{FF2B5EF4-FFF2-40B4-BE49-F238E27FC236}">
                <a16:creationId xmlns:a16="http://schemas.microsoft.com/office/drawing/2014/main" id="{2EEE2B84-8D2E-9575-ACF9-1B5F277B0384}"/>
              </a:ext>
            </a:extLst>
          </p:cNvPr>
          <p:cNvCxnSpPr/>
          <p:nvPr/>
        </p:nvCxnSpPr>
        <p:spPr>
          <a:xfrm>
            <a:off x="7366686" y="970430"/>
            <a:ext cx="4127157" cy="0"/>
          </a:xfrm>
          <a:prstGeom prst="line">
            <a:avLst/>
          </a:prstGeom>
          <a:ln w="412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Abgerundetes Rechteck 15">
            <a:extLst>
              <a:ext uri="{FF2B5EF4-FFF2-40B4-BE49-F238E27FC236}">
                <a16:creationId xmlns:a16="http://schemas.microsoft.com/office/drawing/2014/main" id="{CC22D8C9-F201-C34D-E40A-406AE346345B}"/>
              </a:ext>
            </a:extLst>
          </p:cNvPr>
          <p:cNvSpPr/>
          <p:nvPr/>
        </p:nvSpPr>
        <p:spPr>
          <a:xfrm>
            <a:off x="8672383" y="785079"/>
            <a:ext cx="575228" cy="333633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R3</a:t>
            </a:r>
          </a:p>
        </p:txBody>
      </p:sp>
      <p:cxnSp>
        <p:nvCxnSpPr>
          <p:cNvPr id="17" name="Gerade Verbindung 16">
            <a:extLst>
              <a:ext uri="{FF2B5EF4-FFF2-40B4-BE49-F238E27FC236}">
                <a16:creationId xmlns:a16="http://schemas.microsoft.com/office/drawing/2014/main" id="{ABD15742-B05A-7ACA-59F1-AF7F1C45762F}"/>
              </a:ext>
            </a:extLst>
          </p:cNvPr>
          <p:cNvCxnSpPr/>
          <p:nvPr/>
        </p:nvCxnSpPr>
        <p:spPr>
          <a:xfrm>
            <a:off x="7406454" y="1872475"/>
            <a:ext cx="4127157" cy="0"/>
          </a:xfrm>
          <a:prstGeom prst="line">
            <a:avLst/>
          </a:prstGeom>
          <a:ln w="412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Abgerundetes Rechteck 17">
            <a:extLst>
              <a:ext uri="{FF2B5EF4-FFF2-40B4-BE49-F238E27FC236}">
                <a16:creationId xmlns:a16="http://schemas.microsoft.com/office/drawing/2014/main" id="{7D9FDC5B-0E97-8D8F-BA68-F402750C5467}"/>
              </a:ext>
            </a:extLst>
          </p:cNvPr>
          <p:cNvSpPr/>
          <p:nvPr/>
        </p:nvSpPr>
        <p:spPr>
          <a:xfrm>
            <a:off x="8672383" y="1724193"/>
            <a:ext cx="575228" cy="333633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R4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4661EE9C-7C4A-FDEF-4F90-6589CA3BDCC5}"/>
              </a:ext>
            </a:extLst>
          </p:cNvPr>
          <p:cNvSpPr txBox="1"/>
          <p:nvPr/>
        </p:nvSpPr>
        <p:spPr>
          <a:xfrm>
            <a:off x="5232911" y="33564"/>
            <a:ext cx="17261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u="sng" dirty="0"/>
              <a:t>⚙ Einstellungen</a:t>
            </a:r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5EC5C1A0-FA0A-A4A4-FED1-03DCA04F34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6852" y="279326"/>
            <a:ext cx="5964196" cy="6536611"/>
          </a:xfrm>
          <a:prstGeom prst="rect">
            <a:avLst/>
          </a:prstGeom>
        </p:spPr>
      </p:pic>
      <p:sp>
        <p:nvSpPr>
          <p:cNvPr id="11" name="Abgerundetes Rechteck 10">
            <a:extLst>
              <a:ext uri="{FF2B5EF4-FFF2-40B4-BE49-F238E27FC236}">
                <a16:creationId xmlns:a16="http://schemas.microsoft.com/office/drawing/2014/main" id="{3D2C8FA7-5CCB-6CEC-B893-9EFEB3739D83}"/>
              </a:ext>
            </a:extLst>
          </p:cNvPr>
          <p:cNvSpPr/>
          <p:nvPr/>
        </p:nvSpPr>
        <p:spPr>
          <a:xfrm>
            <a:off x="5431948" y="6639770"/>
            <a:ext cx="1668162" cy="21823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Speichern</a:t>
            </a:r>
          </a:p>
        </p:txBody>
      </p:sp>
      <p:sp>
        <p:nvSpPr>
          <p:cNvPr id="20" name="Abgerundetes Rechteck 19">
            <a:extLst>
              <a:ext uri="{FF2B5EF4-FFF2-40B4-BE49-F238E27FC236}">
                <a16:creationId xmlns:a16="http://schemas.microsoft.com/office/drawing/2014/main" id="{9034632F-866E-991C-3874-010206650BDF}"/>
              </a:ext>
            </a:extLst>
          </p:cNvPr>
          <p:cNvSpPr/>
          <p:nvPr/>
        </p:nvSpPr>
        <p:spPr>
          <a:xfrm>
            <a:off x="8749677" y="402951"/>
            <a:ext cx="289797" cy="31653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2102706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8343439A-822A-E67C-B15E-BDB5085A65AC}"/>
              </a:ext>
            </a:extLst>
          </p:cNvPr>
          <p:cNvSpPr/>
          <p:nvPr/>
        </p:nvSpPr>
        <p:spPr>
          <a:xfrm>
            <a:off x="4114799" y="5096902"/>
            <a:ext cx="1758778" cy="16739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Joys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C873A17-D5E2-49B9-91F2-CECC23F17877}"/>
              </a:ext>
            </a:extLst>
          </p:cNvPr>
          <p:cNvSpPr/>
          <p:nvPr/>
        </p:nvSpPr>
        <p:spPr>
          <a:xfrm>
            <a:off x="4707072" y="5673693"/>
            <a:ext cx="541162" cy="52197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JL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7B7C7C07-A893-9B8A-0451-D7334EBE98D4}"/>
              </a:ext>
            </a:extLst>
          </p:cNvPr>
          <p:cNvSpPr/>
          <p:nvPr/>
        </p:nvSpPr>
        <p:spPr>
          <a:xfrm>
            <a:off x="4071551" y="407088"/>
            <a:ext cx="3858789" cy="26099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Stream</a:t>
            </a:r>
          </a:p>
        </p:txBody>
      </p:sp>
      <p:cxnSp>
        <p:nvCxnSpPr>
          <p:cNvPr id="10" name="Gerade Verbindung 9">
            <a:extLst>
              <a:ext uri="{FF2B5EF4-FFF2-40B4-BE49-F238E27FC236}">
                <a16:creationId xmlns:a16="http://schemas.microsoft.com/office/drawing/2014/main" id="{1E2B92B2-92B4-24C4-9657-0FB2EEB7C2BE}"/>
              </a:ext>
            </a:extLst>
          </p:cNvPr>
          <p:cNvCxnSpPr>
            <a:cxnSpLocks/>
          </p:cNvCxnSpPr>
          <p:nvPr/>
        </p:nvCxnSpPr>
        <p:spPr>
          <a:xfrm>
            <a:off x="3982305" y="3371145"/>
            <a:ext cx="4127157" cy="0"/>
          </a:xfrm>
          <a:prstGeom prst="line">
            <a:avLst/>
          </a:prstGeom>
          <a:ln w="412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Abgerundetes Rechteck 11">
            <a:extLst>
              <a:ext uri="{FF2B5EF4-FFF2-40B4-BE49-F238E27FC236}">
                <a16:creationId xmlns:a16="http://schemas.microsoft.com/office/drawing/2014/main" id="{993A64F7-44C9-41C5-9E9A-D49135A077E0}"/>
              </a:ext>
            </a:extLst>
          </p:cNvPr>
          <p:cNvSpPr/>
          <p:nvPr/>
        </p:nvSpPr>
        <p:spPr>
          <a:xfrm>
            <a:off x="5248234" y="3222863"/>
            <a:ext cx="575228" cy="333633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R1</a:t>
            </a:r>
          </a:p>
        </p:txBody>
      </p:sp>
      <p:cxnSp>
        <p:nvCxnSpPr>
          <p:cNvPr id="13" name="Gerade Verbindung 12">
            <a:extLst>
              <a:ext uri="{FF2B5EF4-FFF2-40B4-BE49-F238E27FC236}">
                <a16:creationId xmlns:a16="http://schemas.microsoft.com/office/drawing/2014/main" id="{CA2458C5-A109-0905-AC68-DDFC9AA82F4F}"/>
              </a:ext>
            </a:extLst>
          </p:cNvPr>
          <p:cNvCxnSpPr>
            <a:cxnSpLocks/>
          </p:cNvCxnSpPr>
          <p:nvPr/>
        </p:nvCxnSpPr>
        <p:spPr>
          <a:xfrm>
            <a:off x="3982305" y="3815990"/>
            <a:ext cx="4127157" cy="0"/>
          </a:xfrm>
          <a:prstGeom prst="line">
            <a:avLst/>
          </a:prstGeom>
          <a:ln w="412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Abgerundetes Rechteck 13">
            <a:extLst>
              <a:ext uri="{FF2B5EF4-FFF2-40B4-BE49-F238E27FC236}">
                <a16:creationId xmlns:a16="http://schemas.microsoft.com/office/drawing/2014/main" id="{63622AF8-7E9D-5A19-9895-60CF5907FB43}"/>
              </a:ext>
            </a:extLst>
          </p:cNvPr>
          <p:cNvSpPr/>
          <p:nvPr/>
        </p:nvSpPr>
        <p:spPr>
          <a:xfrm>
            <a:off x="5248234" y="3667708"/>
            <a:ext cx="575228" cy="333633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R2</a:t>
            </a:r>
          </a:p>
        </p:txBody>
      </p:sp>
      <p:cxnSp>
        <p:nvCxnSpPr>
          <p:cNvPr id="15" name="Gerade Verbindung 14">
            <a:extLst>
              <a:ext uri="{FF2B5EF4-FFF2-40B4-BE49-F238E27FC236}">
                <a16:creationId xmlns:a16="http://schemas.microsoft.com/office/drawing/2014/main" id="{2EEE2B84-8D2E-9575-ACF9-1B5F277B0384}"/>
              </a:ext>
            </a:extLst>
          </p:cNvPr>
          <p:cNvCxnSpPr>
            <a:cxnSpLocks/>
          </p:cNvCxnSpPr>
          <p:nvPr/>
        </p:nvCxnSpPr>
        <p:spPr>
          <a:xfrm>
            <a:off x="3982305" y="4260835"/>
            <a:ext cx="4127157" cy="0"/>
          </a:xfrm>
          <a:prstGeom prst="line">
            <a:avLst/>
          </a:prstGeom>
          <a:ln w="412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Abgerundetes Rechteck 15">
            <a:extLst>
              <a:ext uri="{FF2B5EF4-FFF2-40B4-BE49-F238E27FC236}">
                <a16:creationId xmlns:a16="http://schemas.microsoft.com/office/drawing/2014/main" id="{CC22D8C9-F201-C34D-E40A-406AE346345B}"/>
              </a:ext>
            </a:extLst>
          </p:cNvPr>
          <p:cNvSpPr/>
          <p:nvPr/>
        </p:nvSpPr>
        <p:spPr>
          <a:xfrm>
            <a:off x="5248234" y="4112553"/>
            <a:ext cx="575228" cy="333633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R3</a:t>
            </a:r>
          </a:p>
        </p:txBody>
      </p:sp>
      <p:cxnSp>
        <p:nvCxnSpPr>
          <p:cNvPr id="17" name="Gerade Verbindung 16">
            <a:extLst>
              <a:ext uri="{FF2B5EF4-FFF2-40B4-BE49-F238E27FC236}">
                <a16:creationId xmlns:a16="http://schemas.microsoft.com/office/drawing/2014/main" id="{ABD15742-B05A-7ACA-59F1-AF7F1C45762F}"/>
              </a:ext>
            </a:extLst>
          </p:cNvPr>
          <p:cNvCxnSpPr>
            <a:cxnSpLocks/>
          </p:cNvCxnSpPr>
          <p:nvPr/>
        </p:nvCxnSpPr>
        <p:spPr>
          <a:xfrm>
            <a:off x="3982305" y="4705680"/>
            <a:ext cx="4127157" cy="0"/>
          </a:xfrm>
          <a:prstGeom prst="line">
            <a:avLst/>
          </a:prstGeom>
          <a:ln w="412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Abgerundetes Rechteck 17">
            <a:extLst>
              <a:ext uri="{FF2B5EF4-FFF2-40B4-BE49-F238E27FC236}">
                <a16:creationId xmlns:a16="http://schemas.microsoft.com/office/drawing/2014/main" id="{7D9FDC5B-0E97-8D8F-BA68-F402750C5467}"/>
              </a:ext>
            </a:extLst>
          </p:cNvPr>
          <p:cNvSpPr/>
          <p:nvPr/>
        </p:nvSpPr>
        <p:spPr>
          <a:xfrm>
            <a:off x="5248234" y="4557398"/>
            <a:ext cx="575228" cy="333633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R4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4661EE9C-7C4A-FDEF-4F90-6589CA3BDCC5}"/>
              </a:ext>
            </a:extLst>
          </p:cNvPr>
          <p:cNvSpPr txBox="1"/>
          <p:nvPr/>
        </p:nvSpPr>
        <p:spPr>
          <a:xfrm>
            <a:off x="5137856" y="0"/>
            <a:ext cx="1726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u="sng" dirty="0"/>
              <a:t>⚙ Einstellungen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6C260A6-13BD-C4A8-C4D3-342FCE488AE6}"/>
              </a:ext>
            </a:extLst>
          </p:cNvPr>
          <p:cNvSpPr/>
          <p:nvPr/>
        </p:nvSpPr>
        <p:spPr>
          <a:xfrm>
            <a:off x="6064468" y="5096902"/>
            <a:ext cx="1758778" cy="16739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Joys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88F74C4-0F8A-8E77-AAB4-882A099EFC62}"/>
              </a:ext>
            </a:extLst>
          </p:cNvPr>
          <p:cNvSpPr/>
          <p:nvPr/>
        </p:nvSpPr>
        <p:spPr>
          <a:xfrm>
            <a:off x="6656741" y="5673693"/>
            <a:ext cx="541162" cy="52197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JR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69E3962D-00FA-1711-E4DA-9A9157D30027}"/>
              </a:ext>
            </a:extLst>
          </p:cNvPr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E7DB500B-E2BE-6B13-2B5A-7D41F203ED05}"/>
              </a:ext>
            </a:extLst>
          </p:cNvPr>
          <p:cNvSpPr/>
          <p:nvPr/>
        </p:nvSpPr>
        <p:spPr>
          <a:xfrm>
            <a:off x="8534400" y="-39321"/>
            <a:ext cx="3657600" cy="6858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&lt;- Mobile Ansicht</a:t>
            </a:r>
          </a:p>
        </p:txBody>
      </p:sp>
    </p:spTree>
    <p:extLst>
      <p:ext uri="{BB962C8B-B14F-4D97-AF65-F5344CB8AC3E}">
        <p14:creationId xmlns:p14="http://schemas.microsoft.com/office/powerpoint/2010/main" val="3826330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8343439A-822A-E67C-B15E-BDB5085A65AC}"/>
              </a:ext>
            </a:extLst>
          </p:cNvPr>
          <p:cNvSpPr/>
          <p:nvPr/>
        </p:nvSpPr>
        <p:spPr>
          <a:xfrm>
            <a:off x="4114799" y="5096902"/>
            <a:ext cx="1758778" cy="16739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Joys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C873A17-D5E2-49B9-91F2-CECC23F17877}"/>
              </a:ext>
            </a:extLst>
          </p:cNvPr>
          <p:cNvSpPr/>
          <p:nvPr/>
        </p:nvSpPr>
        <p:spPr>
          <a:xfrm>
            <a:off x="4707072" y="5673693"/>
            <a:ext cx="541162" cy="52197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JL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7B7C7C07-A893-9B8A-0451-D7334EBE98D4}"/>
              </a:ext>
            </a:extLst>
          </p:cNvPr>
          <p:cNvSpPr/>
          <p:nvPr/>
        </p:nvSpPr>
        <p:spPr>
          <a:xfrm>
            <a:off x="4071551" y="407088"/>
            <a:ext cx="3858789" cy="26099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Stream</a:t>
            </a:r>
          </a:p>
        </p:txBody>
      </p:sp>
      <p:cxnSp>
        <p:nvCxnSpPr>
          <p:cNvPr id="10" name="Gerade Verbindung 9">
            <a:extLst>
              <a:ext uri="{FF2B5EF4-FFF2-40B4-BE49-F238E27FC236}">
                <a16:creationId xmlns:a16="http://schemas.microsoft.com/office/drawing/2014/main" id="{1E2B92B2-92B4-24C4-9657-0FB2EEB7C2BE}"/>
              </a:ext>
            </a:extLst>
          </p:cNvPr>
          <p:cNvCxnSpPr>
            <a:cxnSpLocks/>
          </p:cNvCxnSpPr>
          <p:nvPr/>
        </p:nvCxnSpPr>
        <p:spPr>
          <a:xfrm>
            <a:off x="3982305" y="3371145"/>
            <a:ext cx="4127157" cy="0"/>
          </a:xfrm>
          <a:prstGeom prst="line">
            <a:avLst/>
          </a:prstGeom>
          <a:ln w="412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Abgerundetes Rechteck 11">
            <a:extLst>
              <a:ext uri="{FF2B5EF4-FFF2-40B4-BE49-F238E27FC236}">
                <a16:creationId xmlns:a16="http://schemas.microsoft.com/office/drawing/2014/main" id="{993A64F7-44C9-41C5-9E9A-D49135A077E0}"/>
              </a:ext>
            </a:extLst>
          </p:cNvPr>
          <p:cNvSpPr/>
          <p:nvPr/>
        </p:nvSpPr>
        <p:spPr>
          <a:xfrm>
            <a:off x="5248234" y="3222863"/>
            <a:ext cx="575228" cy="333633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R1</a:t>
            </a:r>
          </a:p>
        </p:txBody>
      </p:sp>
      <p:cxnSp>
        <p:nvCxnSpPr>
          <p:cNvPr id="13" name="Gerade Verbindung 12">
            <a:extLst>
              <a:ext uri="{FF2B5EF4-FFF2-40B4-BE49-F238E27FC236}">
                <a16:creationId xmlns:a16="http://schemas.microsoft.com/office/drawing/2014/main" id="{CA2458C5-A109-0905-AC68-DDFC9AA82F4F}"/>
              </a:ext>
            </a:extLst>
          </p:cNvPr>
          <p:cNvCxnSpPr>
            <a:cxnSpLocks/>
          </p:cNvCxnSpPr>
          <p:nvPr/>
        </p:nvCxnSpPr>
        <p:spPr>
          <a:xfrm>
            <a:off x="3982305" y="3815990"/>
            <a:ext cx="4127157" cy="0"/>
          </a:xfrm>
          <a:prstGeom prst="line">
            <a:avLst/>
          </a:prstGeom>
          <a:ln w="412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Abgerundetes Rechteck 13">
            <a:extLst>
              <a:ext uri="{FF2B5EF4-FFF2-40B4-BE49-F238E27FC236}">
                <a16:creationId xmlns:a16="http://schemas.microsoft.com/office/drawing/2014/main" id="{63622AF8-7E9D-5A19-9895-60CF5907FB43}"/>
              </a:ext>
            </a:extLst>
          </p:cNvPr>
          <p:cNvSpPr/>
          <p:nvPr/>
        </p:nvSpPr>
        <p:spPr>
          <a:xfrm>
            <a:off x="5248234" y="3667708"/>
            <a:ext cx="575228" cy="333633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R2</a:t>
            </a:r>
          </a:p>
        </p:txBody>
      </p:sp>
      <p:cxnSp>
        <p:nvCxnSpPr>
          <p:cNvPr id="15" name="Gerade Verbindung 14">
            <a:extLst>
              <a:ext uri="{FF2B5EF4-FFF2-40B4-BE49-F238E27FC236}">
                <a16:creationId xmlns:a16="http://schemas.microsoft.com/office/drawing/2014/main" id="{2EEE2B84-8D2E-9575-ACF9-1B5F277B0384}"/>
              </a:ext>
            </a:extLst>
          </p:cNvPr>
          <p:cNvCxnSpPr>
            <a:cxnSpLocks/>
          </p:cNvCxnSpPr>
          <p:nvPr/>
        </p:nvCxnSpPr>
        <p:spPr>
          <a:xfrm>
            <a:off x="3982305" y="4260835"/>
            <a:ext cx="4127157" cy="0"/>
          </a:xfrm>
          <a:prstGeom prst="line">
            <a:avLst/>
          </a:prstGeom>
          <a:ln w="412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Abgerundetes Rechteck 15">
            <a:extLst>
              <a:ext uri="{FF2B5EF4-FFF2-40B4-BE49-F238E27FC236}">
                <a16:creationId xmlns:a16="http://schemas.microsoft.com/office/drawing/2014/main" id="{CC22D8C9-F201-C34D-E40A-406AE346345B}"/>
              </a:ext>
            </a:extLst>
          </p:cNvPr>
          <p:cNvSpPr/>
          <p:nvPr/>
        </p:nvSpPr>
        <p:spPr>
          <a:xfrm>
            <a:off x="5248234" y="4112553"/>
            <a:ext cx="575228" cy="333633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R3</a:t>
            </a:r>
          </a:p>
        </p:txBody>
      </p:sp>
      <p:cxnSp>
        <p:nvCxnSpPr>
          <p:cNvPr id="17" name="Gerade Verbindung 16">
            <a:extLst>
              <a:ext uri="{FF2B5EF4-FFF2-40B4-BE49-F238E27FC236}">
                <a16:creationId xmlns:a16="http://schemas.microsoft.com/office/drawing/2014/main" id="{ABD15742-B05A-7ACA-59F1-AF7F1C45762F}"/>
              </a:ext>
            </a:extLst>
          </p:cNvPr>
          <p:cNvCxnSpPr>
            <a:cxnSpLocks/>
          </p:cNvCxnSpPr>
          <p:nvPr/>
        </p:nvCxnSpPr>
        <p:spPr>
          <a:xfrm>
            <a:off x="3982305" y="4705680"/>
            <a:ext cx="4127157" cy="0"/>
          </a:xfrm>
          <a:prstGeom prst="line">
            <a:avLst/>
          </a:prstGeom>
          <a:ln w="412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Abgerundetes Rechteck 17">
            <a:extLst>
              <a:ext uri="{FF2B5EF4-FFF2-40B4-BE49-F238E27FC236}">
                <a16:creationId xmlns:a16="http://schemas.microsoft.com/office/drawing/2014/main" id="{7D9FDC5B-0E97-8D8F-BA68-F402750C5467}"/>
              </a:ext>
            </a:extLst>
          </p:cNvPr>
          <p:cNvSpPr/>
          <p:nvPr/>
        </p:nvSpPr>
        <p:spPr>
          <a:xfrm>
            <a:off x="5248234" y="4557398"/>
            <a:ext cx="575228" cy="333633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R4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4661EE9C-7C4A-FDEF-4F90-6589CA3BDCC5}"/>
              </a:ext>
            </a:extLst>
          </p:cNvPr>
          <p:cNvSpPr txBox="1"/>
          <p:nvPr/>
        </p:nvSpPr>
        <p:spPr>
          <a:xfrm>
            <a:off x="5137856" y="0"/>
            <a:ext cx="1726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u="sng" dirty="0"/>
              <a:t>⚙ Einstellungen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6C260A6-13BD-C4A8-C4D3-342FCE488AE6}"/>
              </a:ext>
            </a:extLst>
          </p:cNvPr>
          <p:cNvSpPr/>
          <p:nvPr/>
        </p:nvSpPr>
        <p:spPr>
          <a:xfrm>
            <a:off x="6064468" y="5096902"/>
            <a:ext cx="1758778" cy="16739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Joys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88F74C4-0F8A-8E77-AAB4-882A099EFC62}"/>
              </a:ext>
            </a:extLst>
          </p:cNvPr>
          <p:cNvSpPr/>
          <p:nvPr/>
        </p:nvSpPr>
        <p:spPr>
          <a:xfrm>
            <a:off x="6656741" y="5673693"/>
            <a:ext cx="541162" cy="52197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JR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69E3962D-00FA-1711-E4DA-9A9157D30027}"/>
              </a:ext>
            </a:extLst>
          </p:cNvPr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E7DB500B-E2BE-6B13-2B5A-7D41F203ED05}"/>
              </a:ext>
            </a:extLst>
          </p:cNvPr>
          <p:cNvSpPr/>
          <p:nvPr/>
        </p:nvSpPr>
        <p:spPr>
          <a:xfrm>
            <a:off x="8534400" y="-39321"/>
            <a:ext cx="3657600" cy="6858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&lt;- Mobile Ansicht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B587C659-F74E-A507-2738-CEED97AEA3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9840" y="364377"/>
            <a:ext cx="4844375" cy="5309316"/>
          </a:xfrm>
          <a:prstGeom prst="rect">
            <a:avLst/>
          </a:prstGeom>
        </p:spPr>
      </p:pic>
      <p:sp>
        <p:nvSpPr>
          <p:cNvPr id="3" name="Abgerundetes Rechteck 2">
            <a:extLst>
              <a:ext uri="{FF2B5EF4-FFF2-40B4-BE49-F238E27FC236}">
                <a16:creationId xmlns:a16="http://schemas.microsoft.com/office/drawing/2014/main" id="{BBFC93D5-820A-B176-D557-9692EC2ECBC9}"/>
              </a:ext>
            </a:extLst>
          </p:cNvPr>
          <p:cNvSpPr/>
          <p:nvPr/>
        </p:nvSpPr>
        <p:spPr>
          <a:xfrm>
            <a:off x="5210202" y="5493219"/>
            <a:ext cx="1668162" cy="21823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Speichern</a:t>
            </a:r>
          </a:p>
        </p:txBody>
      </p:sp>
      <p:sp>
        <p:nvSpPr>
          <p:cNvPr id="5" name="Abgerundetes Rechteck 4">
            <a:extLst>
              <a:ext uri="{FF2B5EF4-FFF2-40B4-BE49-F238E27FC236}">
                <a16:creationId xmlns:a16="http://schemas.microsoft.com/office/drawing/2014/main" id="{DCB964BC-CE2F-00D3-1FA2-EB6F26667158}"/>
              </a:ext>
            </a:extLst>
          </p:cNvPr>
          <p:cNvSpPr/>
          <p:nvPr/>
        </p:nvSpPr>
        <p:spPr>
          <a:xfrm>
            <a:off x="8109462" y="407088"/>
            <a:ext cx="289797" cy="31653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39633683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</Words>
  <Application>Microsoft Macintosh PowerPoint</Application>
  <PresentationFormat>Breitbild</PresentationFormat>
  <Paragraphs>45</Paragraphs>
  <Slides>4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Schwarz, Rudolf</dc:creator>
  <cp:lastModifiedBy>Schwarz, Rudolf</cp:lastModifiedBy>
  <cp:revision>1</cp:revision>
  <dcterms:created xsi:type="dcterms:W3CDTF">2025-04-22T15:03:09Z</dcterms:created>
  <dcterms:modified xsi:type="dcterms:W3CDTF">2025-04-22T15:25:09Z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3f24b8b-ed8f-417b-acb2-68bdb654e704_Enabled">
    <vt:lpwstr>true</vt:lpwstr>
  </property>
  <property fmtid="{D5CDD505-2E9C-101B-9397-08002B2CF9AE}" pid="3" name="MSIP_Label_53f24b8b-ed8f-417b-acb2-68bdb654e704_SetDate">
    <vt:lpwstr>2025-04-22T15:25:09Z</vt:lpwstr>
  </property>
  <property fmtid="{D5CDD505-2E9C-101B-9397-08002B2CF9AE}" pid="4" name="MSIP_Label_53f24b8b-ed8f-417b-acb2-68bdb654e704_Method">
    <vt:lpwstr>Standard</vt:lpwstr>
  </property>
  <property fmtid="{D5CDD505-2E9C-101B-9397-08002B2CF9AE}" pid="5" name="MSIP_Label_53f24b8b-ed8f-417b-acb2-68bdb654e704_Name">
    <vt:lpwstr>Internal Data</vt:lpwstr>
  </property>
  <property fmtid="{D5CDD505-2E9C-101B-9397-08002B2CF9AE}" pid="6" name="MSIP_Label_53f24b8b-ed8f-417b-acb2-68bdb654e704_SiteId">
    <vt:lpwstr>66012673-85f8-456b-bd8d-b234a2507c99</vt:lpwstr>
  </property>
  <property fmtid="{D5CDD505-2E9C-101B-9397-08002B2CF9AE}" pid="7" name="MSIP_Label_53f24b8b-ed8f-417b-acb2-68bdb654e704_ActionId">
    <vt:lpwstr>a3dd28f5-cb81-47ff-9c34-4c5142d0c058</vt:lpwstr>
  </property>
  <property fmtid="{D5CDD505-2E9C-101B-9397-08002B2CF9AE}" pid="8" name="MSIP_Label_53f24b8b-ed8f-417b-acb2-68bdb654e704_ContentBits">
    <vt:lpwstr>0</vt:lpwstr>
  </property>
</Properties>
</file>